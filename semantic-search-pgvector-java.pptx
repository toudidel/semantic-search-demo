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Temat: semantic search w Javie z PostgreSQL i pgvector.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46520"/>
            <a:ext cx="11338560" cy="0"/>
          </a:xfrm>
          <a:prstGeom prst="line">
            <a:avLst/>
          </a:prstGeom>
          <a:noFill/>
          <a:ln w="8890">
            <a:solidFill>
              <a:srgbClr val="D9E2F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/ SEMANTIC SEARCH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0698480" y="65013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-548640"/>
            <a:ext cx="5303520" cy="5303520"/>
          </a:xfrm>
          <a:prstGeom prst="arc">
            <a:avLst/>
          </a:prstGeom>
          <a:noFill/>
          <a:ln w="25400">
            <a:solidFill>
              <a:srgbClr val="156082">
                <a:alpha val="7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1005840"/>
            <a:ext cx="3840480" cy="3840480"/>
          </a:xfrm>
          <a:prstGeom prst="arc">
            <a:avLst/>
          </a:prstGeom>
          <a:noFill/>
          <a:ln w="16510">
            <a:solidFill>
              <a:srgbClr val="0F9ED5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640080"/>
            <a:ext cx="91440" cy="109728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713232"/>
            <a:ext cx="43891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CC3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65836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Search w Javie</a:t>
            </a:r>
            <a:endParaRPr lang="en-US" sz="3100" dirty="0"/>
          </a:p>
        </p:txBody>
      </p:sp>
      <p:sp>
        <p:nvSpPr>
          <p:cNvPr id="8" name="Text 6"/>
          <p:cNvSpPr/>
          <p:nvPr/>
        </p:nvSpPr>
        <p:spPr>
          <a:xfrm>
            <a:off x="896112" y="2121408"/>
            <a:ext cx="70408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DCEAF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+ pgvector bez osobnej bazy wektorowej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2971800"/>
            <a:ext cx="630936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FC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Jak połączyć embeddingi, zwykły SQL i wyszukiwanie po znaczeniu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" y="5989320"/>
            <a:ext cx="5303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FC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Spotkanie programistów Java  ·  40–50 min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PUNKT WYJŚCIA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Pytanie, na które odpowiadamy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66751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Jak znaleźć dokument, gdy użytkownik używa innych słów niż autor?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03520" cy="2651760"/>
          </a:xfrm>
          <a:prstGeom prst="roundRect">
            <a:avLst>
              <a:gd name="adj" fmla="val 4138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423160"/>
            <a:ext cx="2286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Zapytanie użytkownika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761488"/>
            <a:ext cx="4389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„aplikacja ma za mało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połączeń do bazy”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355080" y="2148840"/>
            <a:ext cx="5212080" cy="2651760"/>
          </a:xfrm>
          <a:prstGeom prst="roundRect">
            <a:avLst>
              <a:gd name="adj" fmla="val 4138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29400" y="2423160"/>
            <a:ext cx="22860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Treść dokumentu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29400" y="2761488"/>
            <a:ext cx="43891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„Konfiguracja HikariCP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wyczerpanie puli”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5870448" y="3456432"/>
            <a:ext cx="402336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349240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znaczenie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 ma rozpoznać, że te dwa teksty dotyczą tego samego problemu.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DWA RÓŻNE SYGNAŁY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Keyword search vs semantic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515600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Słowa znajdują dopasowanie. Embeddingi znajdują podobieństwo znaczenia.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22860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Keyword search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Semantic search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ILIKE / FTS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wektor + metryka odległości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„HikariCP” musi wystąpić w tekście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wiąże „pula połączeń” z HikariCP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świetne dla nazw, kodów i fraz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dobre dla pytań i parafraz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09728" marR="109728" marT="109728" marB="109728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1783080"/>
            <a:ext cx="5440680" cy="45720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80760" y="1783080"/>
            <a:ext cx="5440680" cy="4572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892040"/>
            <a:ext cx="107899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Używaj razem, gdy liczy się i precyzja, i sens.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REPREZENTACJA ZNACZENIA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Embeddingi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804672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zamienia tekst na punkt w przestrzeni liczb.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743200" cy="658368"/>
          </a:xfrm>
          <a:prstGeom prst="roundRect">
            <a:avLst>
              <a:gd name="adj" fmla="val 16667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828800"/>
            <a:ext cx="73152" cy="65836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874520"/>
            <a:ext cx="2505456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„HikariCP pool exhaustion”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2148840"/>
            <a:ext cx="73152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80560" y="1664208"/>
            <a:ext cx="1920240" cy="987552"/>
          </a:xfrm>
          <a:prstGeom prst="roundRect">
            <a:avLst>
              <a:gd name="adj" fmla="val 11111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664208"/>
            <a:ext cx="73152" cy="987552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709928"/>
            <a:ext cx="1682496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embeddingowy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37960" y="214884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60920" y="1664208"/>
            <a:ext cx="2971800" cy="987552"/>
          </a:xfrm>
          <a:prstGeom prst="roundRect">
            <a:avLst>
              <a:gd name="adj" fmla="val 7407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07224" y="1773936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[0.021, -0.143,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0.761, …, 0.118]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96926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Bliskie znaczenia są blisko siebie w przestrzeni wektorowej.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400" y="5029200"/>
            <a:ext cx="9966960" cy="0"/>
          </a:xfrm>
          <a:prstGeom prst="line">
            <a:avLst/>
          </a:prstGeom>
          <a:noFill/>
          <a:ln w="12700">
            <a:solidFill>
              <a:srgbClr val="D9E2F3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2011680" y="4160520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4434840"/>
            <a:ext cx="201168" cy="201168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0" y="3913632"/>
            <a:ext cx="201168" cy="20116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4572000"/>
            <a:ext cx="201168" cy="201168"/>
          </a:xfrm>
          <a:prstGeom prst="ellipse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12848" y="4261104"/>
            <a:ext cx="2496312" cy="274320"/>
          </a:xfrm>
          <a:prstGeom prst="line">
            <a:avLst/>
          </a:prstGeom>
          <a:noFill/>
          <a:ln w="12700">
            <a:solidFill>
              <a:srgbClr val="156082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4910328" y="4535424"/>
            <a:ext cx="576072" cy="-521208"/>
          </a:xfrm>
          <a:prstGeom prst="line">
            <a:avLst/>
          </a:prstGeom>
          <a:noFill/>
          <a:ln w="12700">
            <a:solidFill>
              <a:srgbClr val="156082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371600" y="525780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„connection pool”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43400" y="5257800"/>
            <a:ext cx="18288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„brak połączeń”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92440" y="5257800"/>
            <a:ext cx="13716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„HikariCP”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 TEKSTU DO WYNIKÓW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Architektura rozwiązania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6984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 nie generuje embeddingów. Przechowuje, indeksuje i porównuje wektory.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011680" cy="91440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73152" cy="9144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103120"/>
            <a:ext cx="177393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tekst dokumentu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lub zapytanie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251460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611880" y="20574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057400"/>
            <a:ext cx="73152" cy="9144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76472" y="2103120"/>
            <a:ext cx="159105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BGE-M3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lokalny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532120" y="251460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400800" y="2057400"/>
            <a:ext cx="1600200" cy="914400"/>
          </a:xfrm>
          <a:prstGeom prst="roundRect">
            <a:avLst>
              <a:gd name="adj" fmla="val 12000"/>
            </a:avLst>
          </a:prstGeom>
          <a:solidFill>
            <a:srgbClr val="EAF5EA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2057400"/>
            <a:ext cx="73152" cy="91440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5392" y="2103120"/>
            <a:ext cx="136245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float[]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251460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006840" y="205740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06840" y="2057400"/>
            <a:ext cx="73152" cy="9144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2103120"/>
            <a:ext cx="195681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pgvector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640080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spina te elementy w jeden przepływ aplikacyjny.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31520" y="4480560"/>
            <a:ext cx="5212080" cy="1143000"/>
          </a:xfrm>
          <a:prstGeom prst="roundRect">
            <a:avLst>
              <a:gd name="adj" fmla="val 64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590288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/search?q=problem+z+pulą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↓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EmbeddingService → SQL → top 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4480560"/>
            <a:ext cx="4572000" cy="1143000"/>
          </a:xfrm>
          <a:prstGeom prst="roundRect">
            <a:avLst>
              <a:gd name="adj" fmla="val 64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47104" y="4590288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 TEXT,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 TEXT,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embedding VECTOR(1024)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MINIMALNA KONFIGURACJA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PostgreSQL + pgvector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669280" cy="3474720"/>
          </a:xfrm>
          <a:prstGeom prst="roundRect">
            <a:avLst>
              <a:gd name="adj" fmla="val 2105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527048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EXTENSION IF NOT EXISTS vector;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article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        BIGSERIAL PRIMARY KEY,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title     TEXT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  TEXT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category  TEXT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embedding VECTOR(1024)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1228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dostajemy w jednym modelu danych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0" y="2148840"/>
            <a:ext cx="164592" cy="16459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2039112"/>
            <a:ext cx="3977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tekst i relacje w PostgreSQL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2770632"/>
            <a:ext cx="164592" cy="16459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660904"/>
            <a:ext cx="3977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kolumna wektorowa obok danych domenowych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0" y="3392424"/>
            <a:ext cx="164592" cy="16459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3282696"/>
            <a:ext cx="3977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do filtrowania i rankingu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858000" y="4014216"/>
            <a:ext cx="164592" cy="164592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3904488"/>
            <a:ext cx="39776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jeden backup, monitoring i deployment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12280" y="5074920"/>
            <a:ext cx="43891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Wymiar VECTOR(1024) musi odpowiadać wymiarowi modelu.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WARSTWA APLIKACYJNA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Generowanie embeddingów w Javie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515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Najważniejszy kontrakt jest mały. Model można później wymienić.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691640"/>
            <a:ext cx="6126480" cy="3886200"/>
          </a:xfrm>
          <a:prstGeom prst="roundRect">
            <a:avLst>
              <a:gd name="adj" fmla="val 1882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801368"/>
            <a:ext cx="58521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interface EmbeddingService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float[] embed(String text);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@Service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ArticleService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Article save(Article a)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input = a.title() + "\n" + a.content();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repository.save(a.withEmbedding(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embeddingService.embed(input)));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0" y="1737360"/>
            <a:ext cx="4114800" cy="1920240"/>
          </a:xfrm>
          <a:prstGeom prst="roundRect">
            <a:avLst>
              <a:gd name="adj" fmla="val 5714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2011680"/>
            <a:ext cx="960120" cy="256032"/>
          </a:xfrm>
          <a:prstGeom prst="roundRect">
            <a:avLst>
              <a:gd name="adj" fmla="val 42857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020824"/>
            <a:ext cx="9601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BGE-M3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635240" y="2423160"/>
            <a:ext cx="20116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lokalny model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wielojęzyczny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635240" y="3977640"/>
            <a:ext cx="338328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Alternatywa: Spring AI, ONNX Runtime lub zewnętrzne API.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0" y="5166360"/>
            <a:ext cx="393192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prezentacji ważne jest rozdzielenie: model ≠ baza wektorowa.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WYSZUKIWANIE PO ODLEGŁOŚCI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Similarity search w SQL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6583680" cy="2377440"/>
          </a:xfrm>
          <a:prstGeom prst="roundRect">
            <a:avLst>
              <a:gd name="adj" fmla="val 3077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2104" y="1435608"/>
            <a:ext cx="6309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title, content,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embedding &lt;=&gt; :query_embedding AS distance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article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= :category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embedding &lt;=&gt; :query_embedding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58952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Operatory pgvector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589520" y="1874520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1938528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&lt;-&gt;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49640" y="1938528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Euclidean distance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589520" y="2496312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560320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60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&lt;#&gt;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549640" y="2560320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inner product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589520" y="3118104"/>
            <a:ext cx="3566160" cy="457200"/>
          </a:xfrm>
          <a:prstGeom prst="roundRect">
            <a:avLst>
              <a:gd name="adj" fmla="val 24000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3182112"/>
            <a:ext cx="640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971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&lt;=&gt;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49640" y="3182112"/>
            <a:ext cx="22860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cosine distance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64008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Dla indeksu używamy tej samej metryki, co w zapytaniu.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JEDNO ZAPYTANIE, DWA SPOSOBY SZUKANIA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Praktyczny przykład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96012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Zapytanie: „aplikacja ma za mało połączeń do bazy”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5074920" cy="2560320"/>
          </a:xfrm>
          <a:prstGeom prst="roundRect">
            <a:avLst>
              <a:gd name="adj" fmla="val 4286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/ ILIKE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960120" y="2542032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6424" y="2651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content ILIKE '%połączeń do bazy%'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703320"/>
            <a:ext cx="4297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wynik zależy od dokładnych słów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5074920" cy="2560320"/>
          </a:xfrm>
          <a:prstGeom prst="roundRect">
            <a:avLst>
              <a:gd name="adj" fmla="val 4286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search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75120" y="2542032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21424" y="26517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embedding &lt;=&gt; :q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3703320"/>
            <a:ext cx="42976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może zwrócić „Konfiguracja HikariCP”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852160" y="3063240"/>
            <a:ext cx="4572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349240" y="3401568"/>
            <a:ext cx="15544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znaczenie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5166360"/>
            <a:ext cx="1088136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Najlepszy demo moment: to samo zapytanie użytkownika, inny ranking wyników.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PRZYSPIESZENIE WYSZUKIWANIA ANN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HNSW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24128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 indeksu PostgreSQL porównuje zapytanie z każdym wektorem.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search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3840480" cy="0"/>
          </a:xfrm>
          <a:prstGeom prst="line">
            <a:avLst/>
          </a:prstGeom>
          <a:noFill/>
          <a:ln w="25400">
            <a:solidFill>
              <a:srgbClr val="D9E2F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1097280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64208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31136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8064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64992" y="2139696"/>
            <a:ext cx="201168" cy="201168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98848" y="2139696"/>
            <a:ext cx="201168" cy="201168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1691640"/>
            <a:ext cx="7315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920240"/>
            <a:ext cx="0" cy="219456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2651760"/>
            <a:ext cx="39319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porównaj wszystkie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HNSW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83680" y="2468880"/>
            <a:ext cx="3657600" cy="0"/>
          </a:xfrm>
          <a:prstGeom prst="line">
            <a:avLst/>
          </a:prstGeom>
          <a:noFill/>
          <a:ln w="25400">
            <a:solidFill>
              <a:srgbClr val="D9E2F3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98080" y="2468880"/>
            <a:ext cx="457200" cy="-41148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7955280" y="2057400"/>
            <a:ext cx="822960" cy="41148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778240" y="2468880"/>
            <a:ext cx="731520" cy="-41148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509760" y="2057400"/>
            <a:ext cx="731520" cy="411480"/>
          </a:xfrm>
          <a:prstGeom prst="line">
            <a:avLst/>
          </a:prstGeom>
          <a:noFill/>
          <a:ln w="19050">
            <a:solidFill>
              <a:srgbClr val="156082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7818120" y="1920240"/>
            <a:ext cx="256032" cy="25603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41080" y="2331720"/>
            <a:ext cx="256032" cy="25603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72600" y="1920240"/>
            <a:ext cx="256032" cy="256032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2651760"/>
            <a:ext cx="47548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przechodź po grafie podobnych punktów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68680" y="397764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4279392"/>
            <a:ext cx="5669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HNSW = Hierarchical Navigable Small World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6583680" y="4297680"/>
            <a:ext cx="40233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ANN: szybciej, ale wynik jest przybliżony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KONFIGURACJA I KOMPROMIS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Indeks HNSW w pgvector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852160" cy="1463040"/>
          </a:xfrm>
          <a:prstGeom prst="roundRect">
            <a:avLst>
              <a:gd name="adj" fmla="val 50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435608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INDEX article_embedding_hnsw_idx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article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hnsw (embedding vector_cosine_ops);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86600" y="1417320"/>
            <a:ext cx="29260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zmienia indeks?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132320" y="2057400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latencja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0" y="2057400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spada przy dużych zbiorach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0" y="2587752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pamięć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0" y="2587752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indeks zajmuje miejsce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3118104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0" y="3118104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budowa kosztuje czas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3648456"/>
            <a:ext cx="9144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3648456"/>
            <a:ext cx="27432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wynik może być przybliżony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5852160" cy="1417320"/>
          </a:xfrm>
          <a:prstGeom prst="roundRect">
            <a:avLst>
              <a:gd name="adj" fmla="val 7742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657600"/>
            <a:ext cx="155448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60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search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4005072"/>
            <a:ext cx="18288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pełne porównanie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precyzja &gt; koszt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3657600"/>
            <a:ext cx="17373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 / HNSW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040" y="4005072"/>
            <a:ext cx="22860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 podobieństwa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szybkość &gt; exactness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971800" y="3977640"/>
            <a:ext cx="50292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Dobieramy indeks do skali i wymagań jakościowych, nie do samego faktu użycia embeddingów.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NAJWIĘKSZA PRZEWAGA JEDNEGO POSTGRESQL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Relacyjne filtry + vector search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943600" cy="2926080"/>
          </a:xfrm>
          <a:prstGeom prst="roundRect">
            <a:avLst>
              <a:gd name="adj" fmla="val 2500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435608"/>
            <a:ext cx="5669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title, content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article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company_id = :companyId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status = 'PUBLISHED'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language = 'PL'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embedding &lt;=&gt; :q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13232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nadal jest SQL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178040" y="2240280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78040" y="2249424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/ company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235440" y="2240280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235440" y="2249424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178040" y="2834640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2843784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język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235440" y="2834640"/>
            <a:ext cx="1737360" cy="256032"/>
          </a:xfrm>
          <a:prstGeom prst="roundRect">
            <a:avLst>
              <a:gd name="adj" fmla="val 42857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843784"/>
            <a:ext cx="17373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czas publikacji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32320" y="3749040"/>
            <a:ext cx="429768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Filtry domenowe i podobieństwo działają w jednym zapytaniu.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1520" y="5166360"/>
            <a:ext cx="106070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Mniej synchronizacji między systemami. Jeden punkt audytu i uprawnień.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WEKTOR NIE ZASTĘPUJE WSZYSTKIEGO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Text Search i hybrid search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FTS wygrywa, gdy liczy się dokładne słowo. Wektor wygrywa, gdy liczy się sens.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74520"/>
            <a:ext cx="73152" cy="9601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20240"/>
            <a:ext cx="250545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Text Search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lexemes / ranking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95360" y="1874520"/>
            <a:ext cx="2743200" cy="960120"/>
          </a:xfrm>
          <a:prstGeom prst="roundRect">
            <a:avLst>
              <a:gd name="adj" fmla="val 11429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0" y="1874520"/>
            <a:ext cx="73152" cy="96012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9952" y="1920240"/>
            <a:ext cx="2505456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Vector Search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/ distance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49040" y="2359152"/>
            <a:ext cx="1508760" cy="0"/>
          </a:xfrm>
          <a:prstGeom prst="line">
            <a:avLst/>
          </a:prstGeom>
          <a:noFill/>
          <a:ln w="27940">
            <a:solidFill>
              <a:srgbClr val="15608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183880" y="2359152"/>
            <a:ext cx="-128016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349240" y="1828800"/>
            <a:ext cx="1554480" cy="1078992"/>
          </a:xfrm>
          <a:prstGeom prst="roundRect">
            <a:avLst>
              <a:gd name="adj" fmla="val 10169"/>
            </a:avLst>
          </a:prstGeom>
          <a:solidFill>
            <a:srgbClr val="EAF5EA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828800"/>
            <a:ext cx="73152" cy="1078992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13832" y="1874520"/>
            <a:ext cx="1316736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fusion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429000"/>
            <a:ext cx="137160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Przykłady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749040"/>
            <a:ext cx="34747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nazwa klasy, numer błędu, exact phrase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95360" y="3749040"/>
            <a:ext cx="274320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pytanie, parafraza, opis problemu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794760" y="448056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41064" y="459028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final_score = 0.4 * fts_rank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+ 0.6 * semantic_score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TREŚĆ I WEKTOR MUSZĄ IŚĆ RAZEM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Aktualizacja embeddingów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7899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Zmiana `content` bez przeliczenia embeddingu tworzy niespójny rekord.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38528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article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content = :newContent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:id;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97680" y="242316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0640" y="192024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FFF1E8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0640" y="1920240"/>
            <a:ext cx="73152" cy="914400"/>
          </a:xfrm>
          <a:prstGeom prst="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5232" y="1965960"/>
            <a:ext cx="140817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/ outbox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242316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772400" y="19202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E8F1F7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0" y="1920240"/>
            <a:ext cx="73152" cy="9144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36992" y="1965960"/>
            <a:ext cx="168249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worker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875520" y="2423160"/>
            <a:ext cx="685800" cy="0"/>
          </a:xfrm>
          <a:prstGeom prst="line">
            <a:avLst/>
          </a:prstGeom>
          <a:noFill/>
          <a:ln w="27940">
            <a:solidFill>
              <a:srgbClr val="E9713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698480" y="1920240"/>
            <a:ext cx="914400" cy="914400"/>
          </a:xfrm>
          <a:prstGeom prst="roundRect">
            <a:avLst>
              <a:gd name="adj" fmla="val 12000"/>
            </a:avLst>
          </a:prstGeom>
          <a:solidFill>
            <a:srgbClr val="EAF5EA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1920240"/>
            <a:ext cx="73152" cy="914400"/>
          </a:xfrm>
          <a:prstGeom prst="rect">
            <a:avLst/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63072" y="1965960"/>
            <a:ext cx="676656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931920"/>
            <a:ext cx="20116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 praktyce warto dodać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14400" y="4480560"/>
            <a:ext cx="128016" cy="12801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389120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wersję modelu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4864608"/>
            <a:ext cx="128016" cy="12801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4773168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 przeliczenia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5248656"/>
            <a:ext cx="128016" cy="128016"/>
          </a:xfrm>
          <a:prstGeom prst="ellipse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5157216"/>
            <a:ext cx="210312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i idempotency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4343400"/>
            <a:ext cx="51206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Regeneracja to proces danych, nie jednorazowa migracja.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DECYZJA ARCHITEKTONICZNA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Kiedy pgvector ma sens?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98480" cy="2834640"/>
        </p:xfrm>
        <a:graphic>
          <a:graphicData uri="http://schemas.openxmlformats.org/drawingml/2006/table">
            <a:tbl>
              <a:tblPr/>
              <a:tblGrid>
                <a:gridCol w="5349240"/>
                <a:gridCol w="53492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pgvector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osobna vector DB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dane już żyją w PostgreSQL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bardzo duża skala wektorów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potrzebujesz filtrów SQL i relacji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wyszukiwanie jest głównym produktem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chcesz prostego deploymentu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potrzebujesz wyspecjalizowanych funkcji ANN</a:t>
                      </a:r>
                      <a:endParaRPr lang="en-US" sz="15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118872" marR="118872" marT="118872" marB="118872">
                    <a:lnL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1417320"/>
            <a:ext cx="5349240" cy="50292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80760" y="1417320"/>
            <a:ext cx="5349240" cy="50292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800600"/>
            <a:ext cx="1828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Pytanie kontrolne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5166360"/>
            <a:ext cx="105156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Czy osobny system wnosi wartość większą niż koszt operacyjny?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POKAZAĆ NA ŻYWO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48640" y="6126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E284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demo na 10 minut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438912" cy="438912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26464"/>
            <a:ext cx="4389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00200" y="1380744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EXTENSION + tabela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88136" y="1783080"/>
            <a:ext cx="0" cy="329184"/>
          </a:xfrm>
          <a:prstGeom prst="line">
            <a:avLst/>
          </a:prstGeom>
          <a:noFill/>
          <a:ln w="19050">
            <a:solidFill>
              <a:srgbClr val="D9E2F3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868680" y="2112264"/>
            <a:ext cx="438912" cy="438912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212848"/>
            <a:ext cx="4389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0200" y="2167128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zapis artykułu i embeddingu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88136" y="2569464"/>
            <a:ext cx="0" cy="329184"/>
          </a:xfrm>
          <a:prstGeom prst="line">
            <a:avLst/>
          </a:prstGeom>
          <a:noFill/>
          <a:ln w="19050">
            <a:solidFill>
              <a:srgbClr val="D9E2F3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868680" y="2898648"/>
            <a:ext cx="438912" cy="438912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99232"/>
            <a:ext cx="4389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00200" y="2953512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zapytanie semantyczne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88136" y="3355848"/>
            <a:ext cx="0" cy="329184"/>
          </a:xfrm>
          <a:prstGeom prst="line">
            <a:avLst/>
          </a:prstGeom>
          <a:noFill/>
          <a:ln w="19050">
            <a:solidFill>
              <a:srgbClr val="D9E2F3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68680" y="3685032"/>
            <a:ext cx="438912" cy="438912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785616"/>
            <a:ext cx="4389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3739896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HNSW + EXPLAIN ANALYZE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88136" y="4142232"/>
            <a:ext cx="0" cy="329184"/>
          </a:xfrm>
          <a:prstGeom prst="line">
            <a:avLst/>
          </a:prstGeom>
          <a:noFill/>
          <a:ln w="19050">
            <a:solidFill>
              <a:srgbClr val="D9E2F3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68680" y="4471416"/>
            <a:ext cx="438912" cy="438912"/>
          </a:xfrm>
          <a:prstGeom prst="ellipse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572000"/>
            <a:ext cx="438912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00200" y="4526280"/>
            <a:ext cx="5303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 SQL + hybrid ranking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315200" y="1417320"/>
            <a:ext cx="3840480" cy="3429000"/>
          </a:xfrm>
          <a:prstGeom prst="roundRect">
            <a:avLst>
              <a:gd name="adj" fmla="val 3200"/>
            </a:avLst>
          </a:prstGeom>
          <a:solidFill>
            <a:srgbClr val="F7F9FB"/>
          </a:solidFill>
          <a:ln w="12700">
            <a:solidFill>
              <a:srgbClr val="D9E2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35240" y="1783080"/>
            <a:ext cx="292608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Jedno pytanie testowe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35240" y="2148840"/>
            <a:ext cx="30175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„aplikacja ma za mało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0E2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połączeń do bazy”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635240" y="3246120"/>
            <a:ext cx="29718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Wynik powinien wskazać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22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HikariCP, nawet bez tej frazy.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35240" y="4251960"/>
            <a:ext cx="292608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971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spina całą opowieść.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7F8C99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28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CC3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PODSUMOWANIE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978408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Semantic search może wyglądać jak zwykły SQL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960120" y="2743200"/>
            <a:ext cx="146304" cy="14630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8448" y="263347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generuje embedding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3246120"/>
            <a:ext cx="146304" cy="14630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313639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pgvector przechowuje i porównuje wektory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3749040"/>
            <a:ext cx="146304" cy="146304"/>
          </a:xfrm>
          <a:prstGeom prst="ellipse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8448" y="363931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HNSW przyspiesza wyszukiwanie ANN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120" y="4251960"/>
            <a:ext cx="146304" cy="14630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414223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relacyjne filtry zostają w PostgreSQL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120" y="4754880"/>
            <a:ext cx="146304" cy="146304"/>
          </a:xfrm>
          <a:prstGeom prst="ellipse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4645152"/>
            <a:ext cx="71323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E8F1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search łączy słowa i znaczenie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138160" y="5349240"/>
            <a:ext cx="30175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buNone/>
            </a:pPr>
            <a:r>
              <a:rPr lang="en-US" sz="1400" dirty="0">
                <a:solidFill>
                  <a:srgbClr val="AFC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+ PostgreSQL + pgvector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Java developers meeting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Search w Javie: PostgreSQL + pgvector bez osobnej bazy wektorowej</dc:title>
  <dc:subject>Semantic Search w Javie: PostgreSQL + pgvector</dc:subject>
  <dc:creator>OpenAI</dc:creator>
  <cp:lastModifiedBy>OpenAI</cp:lastModifiedBy>
  <cp:revision>1</cp:revision>
  <dcterms:created xsi:type="dcterms:W3CDTF">2026-09-29T07:08:08Z</dcterms:created>
  <dcterms:modified xsi:type="dcterms:W3CDTF">2026-09-29T07:08:08Z</dcterms:modified>
</cp:coreProperties>
</file>